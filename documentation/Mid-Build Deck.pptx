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2" r:id="rId10"/>
    <p:sldId id="266" r:id="rId11"/>
    <p:sldId id="270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31"/>
    <p:restoredTop sz="94609"/>
  </p:normalViewPr>
  <p:slideViewPr>
    <p:cSldViewPr snapToGrid="0">
      <p:cViewPr varScale="1">
        <p:scale>
          <a:sx n="101" d="100"/>
          <a:sy n="101" d="100"/>
        </p:scale>
        <p:origin x="216" y="2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A62BD-71F2-CE47-AFCA-3B7BDF731F5D}" type="datetimeFigureOut">
              <a:rPr lang="en-US" smtClean="0"/>
              <a:t>3/16/25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BFB75-0310-124D-96CD-864C44ADD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8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BFB75-0310-124D-96CD-864C44ADDC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37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BFB75-0310-124D-96CD-864C44ADDC1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59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D9D4B-1059-E3A2-DA04-288A3EAB0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64ABA-F46B-4557-2225-374EE69B7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7D4CBD-73D3-1EC4-872C-8FFF92EFA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B9CFA-4048-0B33-1BB5-ACDFA8065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BFB75-0310-124D-96CD-864C44ADDC1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02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B1D24-25B3-6696-A64D-CD9804FC9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C2A9A-53BF-F9D3-5A43-75B87F457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561E7-84DF-3E6B-8D64-5F48FF464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7704A-1680-3DEA-8448-0AC12D8CF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BFB75-0310-124D-96CD-864C44ADDC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49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6024-C084-4918-B2F4-13C9C8D60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71EC4-CD6B-5C92-4E15-A40434B1E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28A80-48DA-3DA4-132C-598120C0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253-06DA-B64F-B944-0FB3936A9A16}" type="datetimeFigureOut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463B8-79A6-E6D0-F8A7-369BD1C1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97508-908F-C525-068E-D25D377D5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F604-F3E6-AA42-9FCC-7D82291FB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7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85376-5DC7-FA06-FE89-8C92C80EE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351E7-30F6-BFD0-A811-56E1EB35A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68EA7-AD9C-22BB-20BC-3FBA4A3A2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253-06DA-B64F-B944-0FB3936A9A16}" type="datetimeFigureOut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B5403-107B-B792-8B6A-EE3A7C486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495EE-8655-01C1-28A9-2094DC9D1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F604-F3E6-AA42-9FCC-7D82291FB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A74AE-7672-0A4B-F245-B2FF6AD2B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B0D7D-9CA2-DDEF-894C-A3B9BF633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6624B-BE7B-2601-D7D9-658987FD7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253-06DA-B64F-B944-0FB3936A9A16}" type="datetimeFigureOut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097A0-7B7A-0675-7F81-F8F06106C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631FB-1B60-F136-4737-1F0193589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F604-F3E6-AA42-9FCC-7D82291FB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872B-016F-253A-0DD0-9C95F3ADE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74EDE-9350-FBD6-5A22-EF6316D53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03128-16B5-44AF-9B96-B4509F3A3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DBBC4-AACC-85AD-DAEB-EF467F5F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253-06DA-B64F-B944-0FB3936A9A16}" type="datetimeFigureOut">
              <a:rPr lang="en-US" smtClean="0"/>
              <a:t>3/16/25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0DE14-5DDD-D1B4-AB1B-BE85F74EC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CB01A-312D-AB80-160E-CE5BD248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F604-F3E6-AA42-9FCC-7D82291FB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4F84-F0EB-E068-5FAE-0D26C1700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BF2C6-DA95-B6B0-C4A3-9F0B39806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1BAA8-78C2-5783-A857-27F535912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1A3AB-9D90-1401-344E-5C125551D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A7806D-2F55-0A96-1FAB-A7971DBCAA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172C2-465B-CE00-51DB-07B801121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253-06DA-B64F-B944-0FB3936A9A16}" type="datetimeFigureOut">
              <a:rPr lang="en-US" smtClean="0"/>
              <a:t>3/16/25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65E23-F0FF-D527-1B53-EBAE8A50E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619FF5-E7DE-11D2-712A-2FB5F48CD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F604-F3E6-AA42-9FCC-7D82291FB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5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328D9-C6D4-09E5-47FA-B6F932882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6D160D-562F-3C88-DC0E-B18CAD957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253-06DA-B64F-B944-0FB3936A9A16}" type="datetimeFigureOut">
              <a:rPr lang="en-US" smtClean="0"/>
              <a:t>3/16/25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160776-7AF3-D476-9BF7-040400D63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6543D-BBB2-B073-D54C-E77CDFF1E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F604-F3E6-AA42-9FCC-7D82291FB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4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7265EE-93A2-168D-061F-9C8D5E770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253-06DA-B64F-B944-0FB3936A9A16}" type="datetimeFigureOut">
              <a:rPr lang="en-US" smtClean="0"/>
              <a:t>3/16/25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8ADFB-FB94-2F90-9DB2-64C445D12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F43EA-821C-F1DE-0718-8812A41A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F604-F3E6-AA42-9FCC-7D82291FB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481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CA6CE-67E9-E68A-20AE-C037EC109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C7FC4-E729-B2D3-EC47-207BE5588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26C5E-F9D4-7E46-A281-ACE745594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6A32D-1B2A-243B-810E-463AA457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253-06DA-B64F-B944-0FB3936A9A16}" type="datetimeFigureOut">
              <a:rPr lang="en-US" smtClean="0"/>
              <a:t>3/16/25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6BEDE-56D7-CCF2-E845-17C51FA2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6C703-DB31-6BB3-54EC-BA67C9BB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F604-F3E6-AA42-9FCC-7D82291FB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7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E0A0D-EF54-10D2-5CDA-6F14960EB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2DBE90-160D-F16B-AE2E-DF072D7918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4DB7B-0DA5-B838-2E7F-5CE2B5F99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6655A-A9EF-5308-308B-4A148A868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253-06DA-B64F-B944-0FB3936A9A16}" type="datetimeFigureOut">
              <a:rPr lang="en-US" smtClean="0"/>
              <a:t>3/16/25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08DEF-A83E-2963-BC65-FFC3B1AA9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398BC-9F1A-A22C-6685-5808046A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F604-F3E6-AA42-9FCC-7D82291FB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580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2866-40B9-E080-957D-3E0E20A4E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25B01-BD9B-ADE7-5C44-BF10BFC57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C2B8A-46BB-E609-6F2E-A92A986A7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253-06DA-B64F-B944-0FB3936A9A16}" type="datetimeFigureOut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803E9-8B24-7A11-B848-6324923FF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B5A62-190D-A7E7-BA49-B1347F3DD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F604-F3E6-AA42-9FCC-7D82291FB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DF0747-2BC2-FD57-21CA-98AEC1FBBA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299BCA-4AD0-2E5D-74EA-6346846DB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8C77E-2DFD-27B6-B93D-3C5A9C3E4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253-06DA-B64F-B944-0FB3936A9A16}" type="datetimeFigureOut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774F6-1ECB-06C7-D0AF-788D9CC9C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41534-FB7D-687B-E80A-11081CBE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F604-F3E6-AA42-9FCC-7D82291FB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80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7E0FFA-4438-540D-9455-8FA1999EE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B434F-3201-B1F7-671F-0FD88126F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B543-140D-EE26-DAAA-57876FE88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3D253-06DA-B64F-B944-0FB3936A9A16}" type="datetimeFigureOut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ED036-96D4-2849-C0CA-6624F321B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93253-435F-E53F-5CD7-69C311247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49F604-F3E6-AA42-9FCC-7D82291FB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56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Multi-Modal Audio Processing with Domain-Specific RAG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t>Team Members: Divyansh Gupta</a:t>
            </a:r>
          </a:p>
          <a:p>
            <a:r>
              <a:t>IFT 593: Applied Project</a:t>
            </a:r>
          </a:p>
          <a:p>
            <a:r>
              <a:t>Professor: Dinesh Sthapit</a:t>
            </a:r>
          </a:p>
          <a:p>
            <a:r>
              <a:t>January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FD144-4213-BDBB-5AEC-DE9F2A43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30AB8-20A5-87D5-6155-BEA1EB0BB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Technology Solution: A RAG-powered system that enhances multilingual audio dubbing by integrating contextual knowledge and accent preservation.</a:t>
            </a:r>
          </a:p>
          <a:p>
            <a:endParaRPr lang="en-US" dirty="0"/>
          </a:p>
          <a:p>
            <a:r>
              <a:rPr lang="en-US" dirty="0"/>
              <a:t>Stakeholders: Project Sponsor, Developer, Technical Consultants, End Users (Students, Researchers, Corporate Teams)</a:t>
            </a:r>
          </a:p>
          <a:p>
            <a:endParaRPr lang="en-US" dirty="0"/>
          </a:p>
          <a:p>
            <a:r>
              <a:rPr lang="en-US" dirty="0"/>
              <a:t>Development Tools: Python (Flask, </a:t>
            </a:r>
            <a:r>
              <a:rPr lang="en-US" dirty="0" err="1"/>
              <a:t>FastAPI</a:t>
            </a:r>
            <a:r>
              <a:rPr lang="en-US" dirty="0"/>
              <a:t>), GPT-4o API, </a:t>
            </a:r>
            <a:r>
              <a:rPr lang="en-US" dirty="0" err="1"/>
              <a:t>StreamLit</a:t>
            </a:r>
            <a:r>
              <a:rPr lang="en-US" dirty="0"/>
              <a:t> UI, SQLite, Vector Database(</a:t>
            </a:r>
            <a:r>
              <a:rPr lang="en-US" dirty="0" err="1"/>
              <a:t>ChromaDB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30699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FB1CA-6A14-8D90-DD4E-FE8D4D021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Accomplishments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11B76-586E-1784-6025-B468E9F63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Successfully integrated RAG pipeline with GPT-4o API.</a:t>
            </a:r>
          </a:p>
          <a:p>
            <a:pPr marL="0" indent="0">
              <a:buNone/>
            </a:pPr>
            <a:r>
              <a:rPr lang="en-US" dirty="0"/>
              <a:t>2. Developed UI for audio upload, language/accent selection.</a:t>
            </a:r>
          </a:p>
          <a:p>
            <a:pPr marL="0" indent="0">
              <a:buNone/>
            </a:pPr>
            <a:r>
              <a:rPr lang="en-US" dirty="0"/>
              <a:t>3. Established development environment and started coding.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Build vs. Design</a:t>
            </a:r>
            <a:r>
              <a:rPr lang="en-US" dirty="0"/>
              <a:t>: Minor changes in UI layout based on usability testing.</a:t>
            </a:r>
          </a:p>
        </p:txBody>
      </p:sp>
    </p:spTree>
    <p:extLst>
      <p:ext uri="{BB962C8B-B14F-4D97-AF65-F5344CB8AC3E}">
        <p14:creationId xmlns:p14="http://schemas.microsoft.com/office/powerpoint/2010/main" val="3486051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532DA7-3B6D-7632-06B7-64542FBAA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Screenshots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5E8EDF-C1E6-E36D-37C8-4716F72514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8272" y="1675227"/>
            <a:ext cx="7675456" cy="43941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28A781-D019-6F39-84C5-80B687D1A2EB}"/>
              </a:ext>
            </a:extLst>
          </p:cNvPr>
          <p:cNvSpPr txBox="1"/>
          <p:nvPr/>
        </p:nvSpPr>
        <p:spPr>
          <a:xfrm>
            <a:off x="495300" y="558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931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CBD773-3690-F589-F769-38111F52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Screenshots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4A305B-DD13-A44C-1DA7-1951CD3C4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4458" y="1675227"/>
            <a:ext cx="774308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46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64EE5-7FE6-B016-68DC-E811DF5F2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F12FB65-365F-D415-8522-CDFAF6368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8621F-083C-C94A-47D4-0295D128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Screenshots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C4DBC0-4339-9146-4690-1CC304E42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83" y="2029968"/>
            <a:ext cx="4506163" cy="24140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B133C7-BB70-14AE-7CFB-6075F3FF2E21}"/>
              </a:ext>
            </a:extLst>
          </p:cNvPr>
          <p:cNvSpPr txBox="1"/>
          <p:nvPr/>
        </p:nvSpPr>
        <p:spPr>
          <a:xfrm>
            <a:off x="530352" y="20299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07CD1B-1331-01D1-8C2A-7FBFC58AE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029968"/>
            <a:ext cx="4846146" cy="320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247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7644BE-E860-EE66-8CA4-9091C9FD0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0172488-BB25-586C-7651-3BBE95D0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CCBF4B-3994-FC9B-14E9-40D8B684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Screenshots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F0B747-9635-5647-956B-048F9001B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4458" y="1675227"/>
            <a:ext cx="774308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130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85A36-624C-FB0A-DF8C-442C52BF7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100C64-C340-85D9-26FE-07078D76A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DB57A4-7C9C-675C-E1FF-8FCA53B0C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Screenshots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08748D-AAA4-DBC9-7AE6-C0F73F964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4458" y="1675227"/>
            <a:ext cx="774308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726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CD5EF9-5D16-050B-9225-FEB45BF67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Screenshots</a:t>
            </a:r>
            <a:b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2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3D25A4EB-66CA-191F-6446-F27B84A53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086622"/>
            <a:ext cx="10905066" cy="357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06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81218-FED4-DFAF-DDA2-F782C7001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65727-923A-3A90-3B3E-3E47BDB2A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Screenshots</a:t>
            </a:r>
            <a:b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video&#10;&#10;AI-generated content may be incorrect.">
            <a:extLst>
              <a:ext uri="{FF2B5EF4-FFF2-40B4-BE49-F238E27FC236}">
                <a16:creationId xmlns:a16="http://schemas.microsoft.com/office/drawing/2014/main" id="{7F0B3D91-4872-44BB-13BA-7D15BE28E2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6311" y="640080"/>
            <a:ext cx="7070586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85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10210-5403-F244-CA72-3707A27D4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C927C-70BA-01B9-3C66-12C147C5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&amp;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C12A7-96BF-98F1-5A98-9929C1815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Latency Issues: Optimizing prompt engineering and caching responses.</a:t>
            </a:r>
          </a:p>
          <a:p>
            <a:pPr marL="0" indent="0">
              <a:buNone/>
            </a:pPr>
            <a:r>
              <a:rPr lang="en-US" dirty="0"/>
              <a:t>2. Accent Preservation Challenges: Fine-tuning GPT-4o prompt structure for better control.</a:t>
            </a:r>
          </a:p>
          <a:p>
            <a:pPr marL="0" indent="0">
              <a:buNone/>
            </a:pPr>
            <a:r>
              <a:rPr lang="en-US" dirty="0"/>
              <a:t>3. API Constraints: Implementing fallback mechanisms for API rate limits.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Future Plan: Further optimization of retrieval augmentation and improved UI responsiveness.</a:t>
            </a:r>
          </a:p>
        </p:txBody>
      </p:sp>
    </p:spTree>
    <p:extLst>
      <p:ext uri="{BB962C8B-B14F-4D97-AF65-F5344CB8AC3E}">
        <p14:creationId xmlns:p14="http://schemas.microsoft.com/office/powerpoint/2010/main" val="776816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88F76-B404-F4A5-AD59-7162F7720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B07E8-97DE-FDA3-8531-FEB905536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 -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C4D4F-BE89-DDC5-A819-31B25A797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Implement additional authentication features for secure access.</a:t>
            </a:r>
          </a:p>
          <a:p>
            <a:pPr marL="0" indent="0">
              <a:buNone/>
            </a:pPr>
            <a:r>
              <a:rPr lang="en-US" dirty="0"/>
              <a:t>2. Expand support for additional languages and accents.</a:t>
            </a:r>
          </a:p>
          <a:p>
            <a:pPr marL="0" indent="0">
              <a:buNone/>
            </a:pPr>
            <a:r>
              <a:rPr lang="en-US" dirty="0"/>
              <a:t>3. Improve response time by optimizing vector database retrieval.</a:t>
            </a:r>
          </a:p>
          <a:p>
            <a:pPr marL="0" indent="0">
              <a:buNone/>
            </a:pPr>
            <a:r>
              <a:rPr lang="en-US" dirty="0"/>
              <a:t>4. Conduct extensive testing and user feedback collection.</a:t>
            </a:r>
          </a:p>
          <a:p>
            <a:pPr marL="0" indent="0">
              <a:buNone/>
            </a:pPr>
            <a:r>
              <a:rPr lang="en-US" dirty="0"/>
              <a:t>5. Finalize UI and documentation for project completion.</a:t>
            </a:r>
          </a:p>
        </p:txBody>
      </p:sp>
    </p:spTree>
    <p:extLst>
      <p:ext uri="{BB962C8B-B14F-4D97-AF65-F5344CB8AC3E}">
        <p14:creationId xmlns:p14="http://schemas.microsoft.com/office/powerpoint/2010/main" val="12282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256</Words>
  <Application>Microsoft Macintosh PowerPoint</Application>
  <PresentationFormat>Widescreen</PresentationFormat>
  <Paragraphs>40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Multi-Modal Audio Processing with Domain-Specific RAG</vt:lpstr>
      <vt:lpstr>Project Concept</vt:lpstr>
      <vt:lpstr>Accomplishments</vt:lpstr>
      <vt:lpstr>Screenshots</vt:lpstr>
      <vt:lpstr>Screenshots</vt:lpstr>
      <vt:lpstr>Screenshots</vt:lpstr>
      <vt:lpstr>Screenshots</vt:lpstr>
      <vt:lpstr>Screenshots</vt:lpstr>
      <vt:lpstr>Screenshots </vt:lpstr>
      <vt:lpstr>Screenshots </vt:lpstr>
      <vt:lpstr>Problems &amp; Solutions</vt:lpstr>
      <vt:lpstr>Schedule -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 Gupta</dc:creator>
  <cp:lastModifiedBy>Divyansh Gupta</cp:lastModifiedBy>
  <cp:revision>2</cp:revision>
  <dcterms:created xsi:type="dcterms:W3CDTF">2025-03-16T23:24:38Z</dcterms:created>
  <dcterms:modified xsi:type="dcterms:W3CDTF">2025-03-17T00:01:55Z</dcterms:modified>
</cp:coreProperties>
</file>